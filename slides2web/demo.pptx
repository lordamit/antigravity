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This opening narration is click-state zero of slide one.</a:t>
            </a:r>
          </a:p>
          <a:p>
            <a:r>
              <a:t>---</a:t>
            </a:r>
          </a:p>
          <a:p>
            <a:r>
              <a:t>This second paragraph appears on the *next* click, and the first one dims - just like the [original page](https://www.cs.princeton.edu/~arvindn/talks/icml-2026-annotated-slides/).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segment, **bold works**, `code works`.</a:t>
            </a:r>
          </a:p>
          <a:p>
            <a:r>
              <a:t>---</a:t>
            </a:r>
          </a:p>
          <a:p>
            <a:r>
              <a:t>Second click on slide two.</a:t>
            </a:r>
          </a:p>
          <a:p>
            <a:r>
              <a:t>---</a:t>
            </a:r>
          </a:p>
          <a:p>
            <a:r>
              <a:t>Third click on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mitsealami.com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94560"/>
            <a:ext cx="9418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/>
              <a:t>Evaluating Security Tooling in the Age of AI</a:t>
            </a:r>
          </a:p>
          <a:p>
            <a:pPr algn="ctr"/>
            <a:r>
              <a:rPr sz="2000">
                <a:solidFill>
                  <a:srgbClr val="7F888F"/>
                </a:solidFill>
              </a:rPr>
              <a:t>A demo of the annotated-slides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What the converter handles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8521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• Selectable, positioned text</a:t>
            </a:r>
          </a:p>
          <a:p>
            <a:r>
              <a:rPr sz="2200"/>
              <a:t>• Exported images</a:t>
            </a:r>
          </a:p>
          <a:p>
            <a:r>
              <a:rPr sz="2200"/>
              <a:t>• Colors, bold, italic, links</a:t>
            </a:r>
          </a:p>
          <a:p>
            <a:r>
              <a:rPr sz="1800" i="1">
                <a:hlinkClick r:id="rId2"/>
              </a:rPr>
              <a:t>See amitsealami.com</a:t>
            </a:r>
          </a:p>
        </p:txBody>
      </p:sp>
      <p:pic>
        <p:nvPicPr>
          <p:cNvPr id="4" name="Picture 3" descr="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40233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 small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01168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DemoSAST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